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3"/>
  </p:notesMasterIdLst>
  <p:sldIdLst>
    <p:sldId id="256" r:id="rId2"/>
  </p:sldIdLst>
  <p:sldSz cx="6300788" cy="2160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85"/>
    <p:restoredTop sz="94668"/>
  </p:normalViewPr>
  <p:slideViewPr>
    <p:cSldViewPr snapToGrid="0">
      <p:cViewPr varScale="1">
        <p:scale>
          <a:sx n="248" d="100"/>
          <a:sy n="248" d="100"/>
        </p:scale>
        <p:origin x="192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73301D-03C5-7748-A458-723CB51AA071}" type="datetimeFigureOut">
              <a:rPr lang="fr-FR" smtClean="0"/>
              <a:t>21/07/2025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-1069975" y="1143000"/>
            <a:ext cx="89979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2025B6-B465-E349-987B-77193905444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81618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1069975" y="1143000"/>
            <a:ext cx="8997950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2025B6-B465-E349-987B-771939054446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39363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7599" y="353596"/>
            <a:ext cx="4725591" cy="752205"/>
          </a:xfrm>
        </p:spPr>
        <p:txBody>
          <a:bodyPr anchor="b"/>
          <a:lstStyle>
            <a:lvl1pPr algn="ctr">
              <a:defRPr sz="189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87599" y="1134809"/>
            <a:ext cx="4725591" cy="521642"/>
          </a:xfrm>
        </p:spPr>
        <p:txBody>
          <a:bodyPr/>
          <a:lstStyle>
            <a:lvl1pPr marL="0" indent="0" algn="ctr">
              <a:buNone/>
              <a:defRPr sz="756"/>
            </a:lvl1pPr>
            <a:lvl2pPr marL="144018" indent="0" algn="ctr">
              <a:buNone/>
              <a:defRPr sz="630"/>
            </a:lvl2pPr>
            <a:lvl3pPr marL="288036" indent="0" algn="ctr">
              <a:buNone/>
              <a:defRPr sz="567"/>
            </a:lvl3pPr>
            <a:lvl4pPr marL="432054" indent="0" algn="ctr">
              <a:buNone/>
              <a:defRPr sz="504"/>
            </a:lvl4pPr>
            <a:lvl5pPr marL="576072" indent="0" algn="ctr">
              <a:buNone/>
              <a:defRPr sz="504"/>
            </a:lvl5pPr>
            <a:lvl6pPr marL="720090" indent="0" algn="ctr">
              <a:buNone/>
              <a:defRPr sz="504"/>
            </a:lvl6pPr>
            <a:lvl7pPr marL="864108" indent="0" algn="ctr">
              <a:buNone/>
              <a:defRPr sz="504"/>
            </a:lvl7pPr>
            <a:lvl8pPr marL="1008126" indent="0" algn="ctr">
              <a:buNone/>
              <a:defRPr sz="504"/>
            </a:lvl8pPr>
            <a:lvl9pPr marL="1152144" indent="0" algn="ctr">
              <a:buNone/>
              <a:defRPr sz="50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D4259-DE4D-E545-9A13-469D27F252E6}" type="datetimeFigureOut">
              <a:rPr lang="fr-FR" smtClean="0"/>
              <a:t>21/07/2025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E5BBBD-29A5-E245-8E62-ED9C0F79C4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6652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D4259-DE4D-E545-9A13-469D27F252E6}" type="datetimeFigureOut">
              <a:rPr lang="fr-FR" smtClean="0"/>
              <a:t>21/07/2025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E5BBBD-29A5-E245-8E62-ED9C0F79C4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5558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9897" y="538647"/>
            <a:ext cx="5434430" cy="898744"/>
          </a:xfrm>
        </p:spPr>
        <p:txBody>
          <a:bodyPr anchor="b"/>
          <a:lstStyle>
            <a:lvl1pPr>
              <a:defRPr sz="189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9897" y="1445894"/>
            <a:ext cx="5434430" cy="472628"/>
          </a:xfrm>
        </p:spPr>
        <p:txBody>
          <a:bodyPr/>
          <a:lstStyle>
            <a:lvl1pPr marL="0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1pPr>
            <a:lvl2pPr marL="144018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2pPr>
            <a:lvl3pPr marL="288036" indent="0">
              <a:buNone/>
              <a:defRPr sz="567">
                <a:solidFill>
                  <a:schemeClr val="tx1">
                    <a:tint val="75000"/>
                  </a:schemeClr>
                </a:solidFill>
              </a:defRPr>
            </a:lvl3pPr>
            <a:lvl4pPr marL="432054" indent="0">
              <a:buNone/>
              <a:defRPr sz="504">
                <a:solidFill>
                  <a:schemeClr val="tx1">
                    <a:tint val="75000"/>
                  </a:schemeClr>
                </a:solidFill>
              </a:defRPr>
            </a:lvl4pPr>
            <a:lvl5pPr marL="576072" indent="0">
              <a:buNone/>
              <a:defRPr sz="504">
                <a:solidFill>
                  <a:schemeClr val="tx1">
                    <a:tint val="75000"/>
                  </a:schemeClr>
                </a:solidFill>
              </a:defRPr>
            </a:lvl5pPr>
            <a:lvl6pPr marL="720090" indent="0">
              <a:buNone/>
              <a:defRPr sz="504">
                <a:solidFill>
                  <a:schemeClr val="tx1">
                    <a:tint val="75000"/>
                  </a:schemeClr>
                </a:solidFill>
              </a:defRPr>
            </a:lvl6pPr>
            <a:lvl7pPr marL="864108" indent="0">
              <a:buNone/>
              <a:defRPr sz="504">
                <a:solidFill>
                  <a:schemeClr val="tx1">
                    <a:tint val="75000"/>
                  </a:schemeClr>
                </a:solidFill>
              </a:defRPr>
            </a:lvl7pPr>
            <a:lvl8pPr marL="1008126" indent="0">
              <a:buNone/>
              <a:defRPr sz="504">
                <a:solidFill>
                  <a:schemeClr val="tx1">
                    <a:tint val="75000"/>
                  </a:schemeClr>
                </a:solidFill>
              </a:defRPr>
            </a:lvl8pPr>
            <a:lvl9pPr marL="1152144" indent="0">
              <a:buNone/>
              <a:defRPr sz="50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D4259-DE4D-E545-9A13-469D27F252E6}" type="datetimeFigureOut">
              <a:rPr lang="fr-FR" smtClean="0"/>
              <a:t>21/07/2025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E5BBBD-29A5-E245-8E62-ED9C0F79C4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62412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33179" y="575157"/>
            <a:ext cx="2677835" cy="13708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89774" y="575157"/>
            <a:ext cx="2677835" cy="13708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D4259-DE4D-E545-9A13-469D27F252E6}" type="datetimeFigureOut">
              <a:rPr lang="fr-FR" smtClean="0"/>
              <a:t>21/07/2025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E5BBBD-29A5-E245-8E62-ED9C0F79C4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9178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4000" y="115031"/>
            <a:ext cx="5434430" cy="417614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4000" y="529645"/>
            <a:ext cx="2665528" cy="259570"/>
          </a:xfrm>
        </p:spPr>
        <p:txBody>
          <a:bodyPr anchor="b"/>
          <a:lstStyle>
            <a:lvl1pPr marL="0" indent="0">
              <a:buNone/>
              <a:defRPr sz="756" b="1"/>
            </a:lvl1pPr>
            <a:lvl2pPr marL="144018" indent="0">
              <a:buNone/>
              <a:defRPr sz="630" b="1"/>
            </a:lvl2pPr>
            <a:lvl3pPr marL="288036" indent="0">
              <a:buNone/>
              <a:defRPr sz="567" b="1"/>
            </a:lvl3pPr>
            <a:lvl4pPr marL="432054" indent="0">
              <a:buNone/>
              <a:defRPr sz="504" b="1"/>
            </a:lvl4pPr>
            <a:lvl5pPr marL="576072" indent="0">
              <a:buNone/>
              <a:defRPr sz="504" b="1"/>
            </a:lvl5pPr>
            <a:lvl6pPr marL="720090" indent="0">
              <a:buNone/>
              <a:defRPr sz="504" b="1"/>
            </a:lvl6pPr>
            <a:lvl7pPr marL="864108" indent="0">
              <a:buNone/>
              <a:defRPr sz="504" b="1"/>
            </a:lvl7pPr>
            <a:lvl8pPr marL="1008126" indent="0">
              <a:buNone/>
              <a:defRPr sz="504" b="1"/>
            </a:lvl8pPr>
            <a:lvl9pPr marL="1152144" indent="0">
              <a:buNone/>
              <a:defRPr sz="50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4000" y="789215"/>
            <a:ext cx="2665528" cy="116081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89774" y="529645"/>
            <a:ext cx="2678656" cy="259570"/>
          </a:xfrm>
        </p:spPr>
        <p:txBody>
          <a:bodyPr anchor="b"/>
          <a:lstStyle>
            <a:lvl1pPr marL="0" indent="0">
              <a:buNone/>
              <a:defRPr sz="756" b="1"/>
            </a:lvl1pPr>
            <a:lvl2pPr marL="144018" indent="0">
              <a:buNone/>
              <a:defRPr sz="630" b="1"/>
            </a:lvl2pPr>
            <a:lvl3pPr marL="288036" indent="0">
              <a:buNone/>
              <a:defRPr sz="567" b="1"/>
            </a:lvl3pPr>
            <a:lvl4pPr marL="432054" indent="0">
              <a:buNone/>
              <a:defRPr sz="504" b="1"/>
            </a:lvl4pPr>
            <a:lvl5pPr marL="576072" indent="0">
              <a:buNone/>
              <a:defRPr sz="504" b="1"/>
            </a:lvl5pPr>
            <a:lvl6pPr marL="720090" indent="0">
              <a:buNone/>
              <a:defRPr sz="504" b="1"/>
            </a:lvl6pPr>
            <a:lvl7pPr marL="864108" indent="0">
              <a:buNone/>
              <a:defRPr sz="504" b="1"/>
            </a:lvl7pPr>
            <a:lvl8pPr marL="1008126" indent="0">
              <a:buNone/>
              <a:defRPr sz="504" b="1"/>
            </a:lvl8pPr>
            <a:lvl9pPr marL="1152144" indent="0">
              <a:buNone/>
              <a:defRPr sz="50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189774" y="789215"/>
            <a:ext cx="2678656" cy="116081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D4259-DE4D-E545-9A13-469D27F252E6}" type="datetimeFigureOut">
              <a:rPr lang="fr-FR" smtClean="0"/>
              <a:t>21/07/2025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E5BBBD-29A5-E245-8E62-ED9C0F79C4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3520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D4259-DE4D-E545-9A13-469D27F252E6}" type="datetimeFigureOut">
              <a:rPr lang="fr-FR" smtClean="0"/>
              <a:t>21/07/2025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E5BBBD-29A5-E245-8E62-ED9C0F79C4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1008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D4259-DE4D-E545-9A13-469D27F252E6}" type="datetimeFigureOut">
              <a:rPr lang="fr-FR" smtClean="0"/>
              <a:t>21/07/2025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E5BBBD-29A5-E245-8E62-ED9C0F79C4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1043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4000" y="144039"/>
            <a:ext cx="2032168" cy="504137"/>
          </a:xfrm>
        </p:spPr>
        <p:txBody>
          <a:bodyPr anchor="b"/>
          <a:lstStyle>
            <a:lvl1pPr>
              <a:defRPr sz="1008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78656" y="311085"/>
            <a:ext cx="3189774" cy="1535418"/>
          </a:xfrm>
        </p:spPr>
        <p:txBody>
          <a:bodyPr/>
          <a:lstStyle>
            <a:lvl1pPr>
              <a:defRPr sz="1008"/>
            </a:lvl1pPr>
            <a:lvl2pPr>
              <a:defRPr sz="882"/>
            </a:lvl2pPr>
            <a:lvl3pPr>
              <a:defRPr sz="756"/>
            </a:lvl3pPr>
            <a:lvl4pPr>
              <a:defRPr sz="630"/>
            </a:lvl4pPr>
            <a:lvl5pPr>
              <a:defRPr sz="630"/>
            </a:lvl5pPr>
            <a:lvl6pPr>
              <a:defRPr sz="630"/>
            </a:lvl6pPr>
            <a:lvl7pPr>
              <a:defRPr sz="630"/>
            </a:lvl7pPr>
            <a:lvl8pPr>
              <a:defRPr sz="630"/>
            </a:lvl8pPr>
            <a:lvl9pPr>
              <a:defRPr sz="63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4000" y="648176"/>
            <a:ext cx="2032168" cy="1200827"/>
          </a:xfrm>
        </p:spPr>
        <p:txBody>
          <a:bodyPr/>
          <a:lstStyle>
            <a:lvl1pPr marL="0" indent="0">
              <a:buNone/>
              <a:defRPr sz="504"/>
            </a:lvl1pPr>
            <a:lvl2pPr marL="144018" indent="0">
              <a:buNone/>
              <a:defRPr sz="441"/>
            </a:lvl2pPr>
            <a:lvl3pPr marL="288036" indent="0">
              <a:buNone/>
              <a:defRPr sz="378"/>
            </a:lvl3pPr>
            <a:lvl4pPr marL="432054" indent="0">
              <a:buNone/>
              <a:defRPr sz="315"/>
            </a:lvl4pPr>
            <a:lvl5pPr marL="576072" indent="0">
              <a:buNone/>
              <a:defRPr sz="315"/>
            </a:lvl5pPr>
            <a:lvl6pPr marL="720090" indent="0">
              <a:buNone/>
              <a:defRPr sz="315"/>
            </a:lvl6pPr>
            <a:lvl7pPr marL="864108" indent="0">
              <a:buNone/>
              <a:defRPr sz="315"/>
            </a:lvl7pPr>
            <a:lvl8pPr marL="1008126" indent="0">
              <a:buNone/>
              <a:defRPr sz="315"/>
            </a:lvl8pPr>
            <a:lvl9pPr marL="1152144" indent="0">
              <a:buNone/>
              <a:defRPr sz="31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D4259-DE4D-E545-9A13-469D27F252E6}" type="datetimeFigureOut">
              <a:rPr lang="fr-FR" smtClean="0"/>
              <a:t>21/07/2025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E5BBBD-29A5-E245-8E62-ED9C0F79C4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18276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4000" y="144039"/>
            <a:ext cx="2032168" cy="504137"/>
          </a:xfrm>
        </p:spPr>
        <p:txBody>
          <a:bodyPr anchor="b"/>
          <a:lstStyle>
            <a:lvl1pPr>
              <a:defRPr sz="1008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678656" y="311085"/>
            <a:ext cx="3189774" cy="1535418"/>
          </a:xfrm>
        </p:spPr>
        <p:txBody>
          <a:bodyPr anchor="t"/>
          <a:lstStyle>
            <a:lvl1pPr marL="0" indent="0">
              <a:buNone/>
              <a:defRPr sz="1008"/>
            </a:lvl1pPr>
            <a:lvl2pPr marL="144018" indent="0">
              <a:buNone/>
              <a:defRPr sz="882"/>
            </a:lvl2pPr>
            <a:lvl3pPr marL="288036" indent="0">
              <a:buNone/>
              <a:defRPr sz="756"/>
            </a:lvl3pPr>
            <a:lvl4pPr marL="432054" indent="0">
              <a:buNone/>
              <a:defRPr sz="630"/>
            </a:lvl4pPr>
            <a:lvl5pPr marL="576072" indent="0">
              <a:buNone/>
              <a:defRPr sz="630"/>
            </a:lvl5pPr>
            <a:lvl6pPr marL="720090" indent="0">
              <a:buNone/>
              <a:defRPr sz="630"/>
            </a:lvl6pPr>
            <a:lvl7pPr marL="864108" indent="0">
              <a:buNone/>
              <a:defRPr sz="630"/>
            </a:lvl7pPr>
            <a:lvl8pPr marL="1008126" indent="0">
              <a:buNone/>
              <a:defRPr sz="630"/>
            </a:lvl8pPr>
            <a:lvl9pPr marL="1152144" indent="0">
              <a:buNone/>
              <a:defRPr sz="63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4000" y="648176"/>
            <a:ext cx="2032168" cy="1200827"/>
          </a:xfrm>
        </p:spPr>
        <p:txBody>
          <a:bodyPr/>
          <a:lstStyle>
            <a:lvl1pPr marL="0" indent="0">
              <a:buNone/>
              <a:defRPr sz="504"/>
            </a:lvl1pPr>
            <a:lvl2pPr marL="144018" indent="0">
              <a:buNone/>
              <a:defRPr sz="441"/>
            </a:lvl2pPr>
            <a:lvl3pPr marL="288036" indent="0">
              <a:buNone/>
              <a:defRPr sz="378"/>
            </a:lvl3pPr>
            <a:lvl4pPr marL="432054" indent="0">
              <a:buNone/>
              <a:defRPr sz="315"/>
            </a:lvl4pPr>
            <a:lvl5pPr marL="576072" indent="0">
              <a:buNone/>
              <a:defRPr sz="315"/>
            </a:lvl5pPr>
            <a:lvl6pPr marL="720090" indent="0">
              <a:buNone/>
              <a:defRPr sz="315"/>
            </a:lvl6pPr>
            <a:lvl7pPr marL="864108" indent="0">
              <a:buNone/>
              <a:defRPr sz="315"/>
            </a:lvl7pPr>
            <a:lvl8pPr marL="1008126" indent="0">
              <a:buNone/>
              <a:defRPr sz="315"/>
            </a:lvl8pPr>
            <a:lvl9pPr marL="1152144" indent="0">
              <a:buNone/>
              <a:defRPr sz="31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D4259-DE4D-E545-9A13-469D27F252E6}" type="datetimeFigureOut">
              <a:rPr lang="fr-FR" smtClean="0"/>
              <a:t>21/07/2025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E5BBBD-29A5-E245-8E62-ED9C0F79C4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5003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D4259-DE4D-E545-9A13-469D27F252E6}" type="datetimeFigureOut">
              <a:rPr lang="fr-FR" smtClean="0"/>
              <a:t>21/07/2025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E5BBBD-29A5-E245-8E62-ED9C0F79C4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7217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09002" y="115032"/>
            <a:ext cx="1358607" cy="183099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33179" y="115032"/>
            <a:ext cx="3997062" cy="183099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D4259-DE4D-E545-9A13-469D27F252E6}" type="datetimeFigureOut">
              <a:rPr lang="fr-FR" smtClean="0"/>
              <a:t>21/07/2025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E5BBBD-29A5-E245-8E62-ED9C0F79C4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7809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3179" y="115031"/>
            <a:ext cx="5434430" cy="417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3179" y="575157"/>
            <a:ext cx="5434430" cy="1370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3179" y="2002545"/>
            <a:ext cx="1417677" cy="1150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8D4259-DE4D-E545-9A13-469D27F252E6}" type="datetimeFigureOut">
              <a:rPr lang="fr-FR" smtClean="0"/>
              <a:t>21/07/2025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7136" y="2002545"/>
            <a:ext cx="2126516" cy="1150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449932" y="2002545"/>
            <a:ext cx="1417677" cy="1150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E5BBBD-29A5-E245-8E62-ED9C0F79C4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3721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288036" rtl="0" eaLnBrk="1" latinLnBrk="0" hangingPunct="1">
        <a:lnSpc>
          <a:spcPct val="90000"/>
        </a:lnSpc>
        <a:spcBef>
          <a:spcPct val="0"/>
        </a:spcBef>
        <a:buNone/>
        <a:defRPr sz="138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2009" indent="-72009" algn="l" defTabSz="288036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882" kern="1200">
          <a:solidFill>
            <a:schemeClr val="tx1"/>
          </a:solidFill>
          <a:latin typeface="+mn-lt"/>
          <a:ea typeface="+mn-ea"/>
          <a:cs typeface="+mn-cs"/>
        </a:defRPr>
      </a:lvl1pPr>
      <a:lvl2pPr marL="216027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2pPr>
      <a:lvl3pPr marL="360045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3pPr>
      <a:lvl4pPr marL="504063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4pPr>
      <a:lvl5pPr marL="648081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5pPr>
      <a:lvl6pPr marL="792099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6pPr>
      <a:lvl7pPr marL="936117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7pPr>
      <a:lvl8pPr marL="1080135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8pPr>
      <a:lvl9pPr marL="1224153" indent="-72009" algn="l" defTabSz="288036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1pPr>
      <a:lvl2pPr marL="144018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2pPr>
      <a:lvl3pPr marL="288036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3pPr>
      <a:lvl4pPr marL="432054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4pPr>
      <a:lvl5pPr marL="576072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5pPr>
      <a:lvl6pPr marL="720090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6pPr>
      <a:lvl7pPr marL="864108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7pPr>
      <a:lvl8pPr marL="1008126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8pPr>
      <a:lvl9pPr marL="1152144" algn="l" defTabSz="288036" rtl="0" eaLnBrk="1" latinLnBrk="0" hangingPunct="1">
        <a:defRPr sz="5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D2AE19E4-FA08-4ABD-3CD9-134204868A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33" y="70186"/>
            <a:ext cx="2120765" cy="2033924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959EFD5-376F-FDD7-8463-D8E4D533CA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7503" y="90343"/>
            <a:ext cx="2120765" cy="2033924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81122D48-2E33-D78F-5A7F-AE3BCB9294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6472" y="90343"/>
            <a:ext cx="2120765" cy="2033924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1140B674-5C60-0CEE-A90B-6597D0B90B2D}"/>
              </a:ext>
            </a:extLst>
          </p:cNvPr>
          <p:cNvSpPr txBox="1"/>
          <p:nvPr/>
        </p:nvSpPr>
        <p:spPr>
          <a:xfrm>
            <a:off x="-44064" y="-33048"/>
            <a:ext cx="266420" cy="262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8" dirty="0"/>
              <a:t>A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B84E5E36-22EF-0611-CD9C-8785A02CCE9E}"/>
              </a:ext>
            </a:extLst>
          </p:cNvPr>
          <p:cNvSpPr txBox="1"/>
          <p:nvPr/>
        </p:nvSpPr>
        <p:spPr>
          <a:xfrm>
            <a:off x="1916666" y="-33048"/>
            <a:ext cx="261610" cy="262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8" dirty="0"/>
              <a:t>B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8BD24F44-F1B7-DF70-CE23-78FEA6293A5F}"/>
              </a:ext>
            </a:extLst>
          </p:cNvPr>
          <p:cNvSpPr txBox="1"/>
          <p:nvPr/>
        </p:nvSpPr>
        <p:spPr>
          <a:xfrm>
            <a:off x="3905635" y="-23485"/>
            <a:ext cx="260008" cy="262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8" dirty="0"/>
              <a:t>C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E6309B6-71FA-35E7-DCD8-EFE0B30993B1}"/>
              </a:ext>
            </a:extLst>
          </p:cNvPr>
          <p:cNvSpPr txBox="1"/>
          <p:nvPr/>
        </p:nvSpPr>
        <p:spPr>
          <a:xfrm>
            <a:off x="50246" y="-1592"/>
            <a:ext cx="290464" cy="206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39" dirty="0"/>
              <a:t>(1)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CA34F5E-884E-979D-7CFD-03651A56DD93}"/>
              </a:ext>
            </a:extLst>
          </p:cNvPr>
          <p:cNvSpPr txBox="1"/>
          <p:nvPr/>
        </p:nvSpPr>
        <p:spPr>
          <a:xfrm>
            <a:off x="-57459" y="1081591"/>
            <a:ext cx="290464" cy="206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39" dirty="0"/>
              <a:t>(2)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9FB45B7-BD35-7C1E-0719-9D77BE6820E7}"/>
              </a:ext>
            </a:extLst>
          </p:cNvPr>
          <p:cNvSpPr txBox="1"/>
          <p:nvPr/>
        </p:nvSpPr>
        <p:spPr>
          <a:xfrm>
            <a:off x="1032364" y="1081433"/>
            <a:ext cx="290464" cy="206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39" dirty="0"/>
              <a:t>(3)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C728ADF-210C-FE7F-E18B-07DFFCEDC624}"/>
              </a:ext>
            </a:extLst>
          </p:cNvPr>
          <p:cNvSpPr txBox="1"/>
          <p:nvPr/>
        </p:nvSpPr>
        <p:spPr>
          <a:xfrm>
            <a:off x="2016243" y="-1593"/>
            <a:ext cx="290464" cy="206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39" dirty="0"/>
              <a:t>(1)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A56AE42B-5CBC-C08E-14D2-83F9A9939FCF}"/>
              </a:ext>
            </a:extLst>
          </p:cNvPr>
          <p:cNvSpPr txBox="1"/>
          <p:nvPr/>
        </p:nvSpPr>
        <p:spPr>
          <a:xfrm>
            <a:off x="2016243" y="1081433"/>
            <a:ext cx="290464" cy="206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39" dirty="0"/>
              <a:t>(2)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A1BED559-7824-9C4A-C80D-034921443FF9}"/>
              </a:ext>
            </a:extLst>
          </p:cNvPr>
          <p:cNvSpPr txBox="1"/>
          <p:nvPr/>
        </p:nvSpPr>
        <p:spPr>
          <a:xfrm>
            <a:off x="3134332" y="1087573"/>
            <a:ext cx="290464" cy="206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39" dirty="0"/>
              <a:t>(3)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665E6D6A-BB48-D1CE-510E-91CC340A9D21}"/>
              </a:ext>
            </a:extLst>
          </p:cNvPr>
          <p:cNvSpPr txBox="1"/>
          <p:nvPr/>
        </p:nvSpPr>
        <p:spPr>
          <a:xfrm>
            <a:off x="4021294" y="7968"/>
            <a:ext cx="290464" cy="206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39" dirty="0"/>
              <a:t>(1)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43090363-3FB2-361E-B910-77A04E117C48}"/>
              </a:ext>
            </a:extLst>
          </p:cNvPr>
          <p:cNvSpPr txBox="1"/>
          <p:nvPr/>
        </p:nvSpPr>
        <p:spPr>
          <a:xfrm>
            <a:off x="4070063" y="1087148"/>
            <a:ext cx="290464" cy="206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39" dirty="0"/>
              <a:t>(2)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CDB43D7D-7E78-D07B-D721-1D6C2E98F51B}"/>
              </a:ext>
            </a:extLst>
          </p:cNvPr>
          <p:cNvSpPr txBox="1"/>
          <p:nvPr/>
        </p:nvSpPr>
        <p:spPr>
          <a:xfrm>
            <a:off x="5091622" y="1087148"/>
            <a:ext cx="290464" cy="206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39" dirty="0"/>
              <a:t>(3)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52EA4D8C-FB50-DC79-F746-3F338F0E081D}"/>
              </a:ext>
            </a:extLst>
          </p:cNvPr>
          <p:cNvSpPr txBox="1"/>
          <p:nvPr/>
        </p:nvSpPr>
        <p:spPr>
          <a:xfrm>
            <a:off x="5659257" y="1087148"/>
            <a:ext cx="290464" cy="206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39" dirty="0"/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190398036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</TotalTime>
  <Words>34</Words>
  <Application>Microsoft Macintosh PowerPoint</Application>
  <PresentationFormat>Personnalisé</PresentationFormat>
  <Paragraphs>14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3</cp:revision>
  <dcterms:created xsi:type="dcterms:W3CDTF">2024-11-04T12:18:31Z</dcterms:created>
  <dcterms:modified xsi:type="dcterms:W3CDTF">2025-07-21T08:28:38Z</dcterms:modified>
</cp:coreProperties>
</file>