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6300788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/>
    <p:restoredTop sz="94668"/>
  </p:normalViewPr>
  <p:slideViewPr>
    <p:cSldViewPr snapToGrid="0">
      <p:cViewPr>
        <p:scale>
          <a:sx n="200" d="100"/>
          <a:sy n="200" d="100"/>
        </p:scale>
        <p:origin x="108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3301D-03C5-7748-A458-723CB51AA071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069975" y="1143000"/>
            <a:ext cx="8997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025B6-B465-E349-987B-7719390544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16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069975" y="1143000"/>
            <a:ext cx="899795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25B6-B465-E349-987B-77193905444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3936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7599" y="353596"/>
            <a:ext cx="4725591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7599" y="1134809"/>
            <a:ext cx="4725591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652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55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97" y="538647"/>
            <a:ext cx="5434430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9897" y="1445894"/>
            <a:ext cx="5434430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24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179" y="575157"/>
            <a:ext cx="2677835" cy="13708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89774" y="575157"/>
            <a:ext cx="2677835" cy="13708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17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115031"/>
            <a:ext cx="5434430" cy="41761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000" y="529645"/>
            <a:ext cx="2665528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000" y="789215"/>
            <a:ext cx="2665528" cy="11608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89774" y="529645"/>
            <a:ext cx="2678656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89774" y="789215"/>
            <a:ext cx="2678656" cy="11608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52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00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0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144039"/>
            <a:ext cx="2032168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656" y="311085"/>
            <a:ext cx="3189774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000" y="648176"/>
            <a:ext cx="2032168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827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144039"/>
            <a:ext cx="2032168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8656" y="311085"/>
            <a:ext cx="3189774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000" y="648176"/>
            <a:ext cx="2032168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00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21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09002" y="115032"/>
            <a:ext cx="1358607" cy="18309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179" y="115032"/>
            <a:ext cx="3997062" cy="183099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780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3179" y="115031"/>
            <a:ext cx="5434430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179" y="575157"/>
            <a:ext cx="5434430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3179" y="2002545"/>
            <a:ext cx="1417677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D4259-DE4D-E545-9A13-469D27F252E6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7136" y="2002545"/>
            <a:ext cx="212651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49932" y="2002545"/>
            <a:ext cx="1417677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5BBBD-29A5-E245-8E62-ED9C0F79C4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72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raphique 46">
            <a:extLst>
              <a:ext uri="{FF2B5EF4-FFF2-40B4-BE49-F238E27FC236}">
                <a16:creationId xmlns:a16="http://schemas.microsoft.com/office/drawing/2014/main" id="{29EC4BC0-F51B-28AD-0664-49FDD7012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4888" y="38074"/>
            <a:ext cx="2084437" cy="2084437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AA86137A-8465-EC1E-B1E2-F6893DD089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05" y="37788"/>
            <a:ext cx="2085975" cy="2085975"/>
          </a:xfrm>
          <a:prstGeom prst="rect">
            <a:avLst/>
          </a:prstGeom>
        </p:spPr>
      </p:pic>
      <p:pic>
        <p:nvPicPr>
          <p:cNvPr id="35" name="Graphique 34">
            <a:extLst>
              <a:ext uri="{FF2B5EF4-FFF2-40B4-BE49-F238E27FC236}">
                <a16:creationId xmlns:a16="http://schemas.microsoft.com/office/drawing/2014/main" id="{E6003AA8-0421-2CA9-60A3-601CBE7517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9766" y="37306"/>
            <a:ext cx="2085975" cy="208597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140B674-5C60-0CEE-A90B-6597D0B90B2D}"/>
              </a:ext>
            </a:extLst>
          </p:cNvPr>
          <p:cNvSpPr txBox="1"/>
          <p:nvPr/>
        </p:nvSpPr>
        <p:spPr>
          <a:xfrm>
            <a:off x="-54059" y="-60285"/>
            <a:ext cx="266420" cy="262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8" dirty="0"/>
              <a:t>A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84E5E36-22EF-0611-CD9C-8785A02CCE9E}"/>
              </a:ext>
            </a:extLst>
          </p:cNvPr>
          <p:cNvSpPr txBox="1"/>
          <p:nvPr/>
        </p:nvSpPr>
        <p:spPr>
          <a:xfrm>
            <a:off x="1971140" y="-60285"/>
            <a:ext cx="261610" cy="262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8" dirty="0"/>
              <a:t>B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BD24F44-F1B7-DF70-CE23-78FEA6293A5F}"/>
              </a:ext>
            </a:extLst>
          </p:cNvPr>
          <p:cNvSpPr txBox="1"/>
          <p:nvPr/>
        </p:nvSpPr>
        <p:spPr>
          <a:xfrm>
            <a:off x="3991237" y="-50722"/>
            <a:ext cx="260008" cy="262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8" dirty="0"/>
              <a:t>C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E6309B6-71FA-35E7-DCD8-EFE0B30993B1}"/>
              </a:ext>
            </a:extLst>
          </p:cNvPr>
          <p:cNvSpPr txBox="1"/>
          <p:nvPr/>
        </p:nvSpPr>
        <p:spPr>
          <a:xfrm>
            <a:off x="76151" y="-28829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(1)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CA34F5E-884E-979D-7CFD-03651A56DD93}"/>
              </a:ext>
            </a:extLst>
          </p:cNvPr>
          <p:cNvSpPr txBox="1"/>
          <p:nvPr/>
        </p:nvSpPr>
        <p:spPr>
          <a:xfrm>
            <a:off x="-34113" y="1044828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(2)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FB45B7-BD35-7C1E-0719-9D77BE6820E7}"/>
              </a:ext>
            </a:extLst>
          </p:cNvPr>
          <p:cNvSpPr txBox="1"/>
          <p:nvPr/>
        </p:nvSpPr>
        <p:spPr>
          <a:xfrm>
            <a:off x="975540" y="1044670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(3)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C728ADF-210C-FE7F-E18B-07DFFCEDC624}"/>
              </a:ext>
            </a:extLst>
          </p:cNvPr>
          <p:cNvSpPr txBox="1"/>
          <p:nvPr/>
        </p:nvSpPr>
        <p:spPr>
          <a:xfrm>
            <a:off x="2137806" y="-28829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(1)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56AE42B-5CBC-C08E-14D2-83F9A9939FCF}"/>
              </a:ext>
            </a:extLst>
          </p:cNvPr>
          <p:cNvSpPr txBox="1"/>
          <p:nvPr/>
        </p:nvSpPr>
        <p:spPr>
          <a:xfrm>
            <a:off x="2137806" y="1044587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(2)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1BED559-7824-9C4A-C80D-034921443FF9}"/>
              </a:ext>
            </a:extLst>
          </p:cNvPr>
          <p:cNvSpPr txBox="1"/>
          <p:nvPr/>
        </p:nvSpPr>
        <p:spPr>
          <a:xfrm>
            <a:off x="3230777" y="1044587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(3)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65E6D6A-BB48-D1CE-510E-91CC340A9D21}"/>
              </a:ext>
            </a:extLst>
          </p:cNvPr>
          <p:cNvSpPr txBox="1"/>
          <p:nvPr/>
        </p:nvSpPr>
        <p:spPr>
          <a:xfrm>
            <a:off x="4106896" y="-19269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(1)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3090363-3FB2-361E-B910-77A04E117C48}"/>
              </a:ext>
            </a:extLst>
          </p:cNvPr>
          <p:cNvSpPr txBox="1"/>
          <p:nvPr/>
        </p:nvSpPr>
        <p:spPr>
          <a:xfrm>
            <a:off x="4033284" y="1039907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(2)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DB43D7D-7E78-D07B-D721-1D6C2E98F51B}"/>
              </a:ext>
            </a:extLst>
          </p:cNvPr>
          <p:cNvSpPr txBox="1"/>
          <p:nvPr/>
        </p:nvSpPr>
        <p:spPr>
          <a:xfrm>
            <a:off x="5103546" y="1047647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(3)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2EA4D8C-FB50-DC79-F746-3F338F0E081D}"/>
              </a:ext>
            </a:extLst>
          </p:cNvPr>
          <p:cNvSpPr txBox="1"/>
          <p:nvPr/>
        </p:nvSpPr>
        <p:spPr>
          <a:xfrm>
            <a:off x="5627883" y="1047647"/>
            <a:ext cx="290464" cy="206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39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19039803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</TotalTime>
  <Words>34</Words>
  <Application>Microsoft Office PowerPoint</Application>
  <PresentationFormat>Personnalisé</PresentationFormat>
  <Paragraphs>14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MARTIN David</cp:lastModifiedBy>
  <cp:revision>5</cp:revision>
  <dcterms:created xsi:type="dcterms:W3CDTF">2024-11-04T12:18:31Z</dcterms:created>
  <dcterms:modified xsi:type="dcterms:W3CDTF">2026-05-27T07:19:54Z</dcterms:modified>
</cp:coreProperties>
</file>